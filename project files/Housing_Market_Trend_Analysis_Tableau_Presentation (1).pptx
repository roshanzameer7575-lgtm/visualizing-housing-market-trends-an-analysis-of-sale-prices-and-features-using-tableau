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Visualizing Housing Market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Analysis of Sale Prices and Features using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Housing Market Trends</a:t>
            </a:r>
          </a:p>
          <a:p>
            <a:pPr lvl="1"/>
            <a:r>
              <a:t>• Housing prices depend on multiple property features</a:t>
            </a:r>
          </a:p>
          <a:p>
            <a:pPr lvl="1"/>
            <a:r>
              <a:t>• Data visualization helps identify patterns and insights</a:t>
            </a:r>
          </a:p>
          <a:p>
            <a:pPr lvl="1"/>
            <a:r>
              <a:t>• Tableau enables interactive and dynamic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Goals of the Analysis</a:t>
            </a:r>
          </a:p>
          <a:p>
            <a:pPr lvl="1"/>
            <a:r>
              <a:t>• Analyze sale price trends over time</a:t>
            </a:r>
          </a:p>
          <a:p>
            <a:pPr lvl="1"/>
            <a:r>
              <a:t>• Identify features influencing property prices</a:t>
            </a:r>
          </a:p>
          <a:p>
            <a:pPr lvl="1"/>
            <a:r>
              <a:t>• Compare prices across neighborhoods</a:t>
            </a:r>
          </a:p>
          <a:p>
            <a:pPr lvl="1"/>
            <a:r>
              <a:t>• Create interactive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Housing Dataset Features</a:t>
            </a:r>
          </a:p>
          <a:p>
            <a:pPr lvl="1"/>
            <a:r>
              <a:t>• Sale Price</a:t>
            </a:r>
          </a:p>
          <a:p>
            <a:pPr lvl="1"/>
            <a:r>
              <a:t>• Square Footage</a:t>
            </a:r>
          </a:p>
          <a:p>
            <a:pPr lvl="1"/>
            <a:r>
              <a:t>• Bedrooms and Bathrooms</a:t>
            </a:r>
          </a:p>
          <a:p>
            <a:pPr lvl="1"/>
            <a:r>
              <a:t>• Year Built</a:t>
            </a:r>
          </a:p>
          <a:p>
            <a:pPr lvl="1"/>
            <a:r>
              <a:t>• Neighborhood / Location</a:t>
            </a:r>
          </a:p>
          <a:p>
            <a:pPr lvl="1"/>
            <a:r>
              <a:t>• Property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 Price Trends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Visualization: Line Chart</a:t>
            </a:r>
          </a:p>
          <a:p>
            <a:pPr lvl="1"/>
            <a:r>
              <a:t>• Shows price movement monthly or yearly</a:t>
            </a:r>
          </a:p>
          <a:p>
            <a:pPr lvl="1"/>
            <a:r>
              <a:t>• Identifies market growth or decline</a:t>
            </a:r>
          </a:p>
          <a:p>
            <a:pPr lvl="1"/>
            <a:r>
              <a:t>• Highlights economic impact on housing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Visualization: Histogram</a:t>
            </a:r>
          </a:p>
          <a:p>
            <a:pPr lvl="1"/>
            <a:r>
              <a:t>• Understand price ranges</a:t>
            </a:r>
          </a:p>
          <a:p>
            <a:pPr lvl="1"/>
            <a:r>
              <a:t>• Detect outliers and luxury segments</a:t>
            </a:r>
          </a:p>
          <a:p>
            <a:pPr lvl="1"/>
            <a:r>
              <a:t>• Identify most common price brackets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by Neighborhood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Visualization: Bar Chart / Map</a:t>
            </a:r>
          </a:p>
          <a:p>
            <a:pPr lvl="1"/>
            <a:r>
              <a:t>• Compare average prices by location</a:t>
            </a:r>
          </a:p>
          <a:p>
            <a:pPr lvl="1"/>
            <a:r>
              <a:t>• Identify premium and affordable areas</a:t>
            </a:r>
          </a:p>
          <a:p>
            <a:pPr lvl="1"/>
            <a:r>
              <a:t>• Support investment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Impact on Sale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Visualization: Scatter Plot &amp; Box Plot</a:t>
            </a:r>
          </a:p>
          <a:p>
            <a:pPr lvl="1"/>
            <a:r>
              <a:t>• Square Footage vs Sale Price correlation</a:t>
            </a:r>
          </a:p>
          <a:p>
            <a:pPr lvl="1"/>
            <a:r>
              <a:t>• Bedroom/Bathroom impact analysis</a:t>
            </a:r>
          </a:p>
          <a:p>
            <a:pPr lvl="1"/>
            <a:r>
              <a:t>• Age of property vs pricing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Components</a:t>
            </a:r>
          </a:p>
          <a:p>
            <a:pPr lvl="1"/>
            <a:r>
              <a:t>• KPI Cards (Average Price, Total Sales)</a:t>
            </a:r>
          </a:p>
          <a:p>
            <a:pPr lvl="1"/>
            <a:r>
              <a:t>• Filters (Year, Location, Property Type)</a:t>
            </a:r>
          </a:p>
          <a:p>
            <a:pPr lvl="1"/>
            <a:r>
              <a:t>• Interactive charts and tooltips</a:t>
            </a:r>
          </a:p>
          <a:p>
            <a:pPr lvl="1"/>
            <a:r>
              <a:t>• Trend indicators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Findings</a:t>
            </a:r>
          </a:p>
          <a:p>
            <a:pPr lvl="1"/>
            <a:r>
              <a:t>• Larger homes generally sell for higher prices</a:t>
            </a:r>
          </a:p>
          <a:p>
            <a:pPr lvl="1"/>
            <a:r>
              <a:t>• Location significantly affects property value</a:t>
            </a:r>
          </a:p>
          <a:p>
            <a:pPr lvl="1"/>
            <a:r>
              <a:t>• Newer homes often have premium pricing</a:t>
            </a:r>
          </a:p>
          <a:p>
            <a:pPr lvl="1"/>
            <a:r>
              <a:t>• Market trends show cyclical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• Tableau transforms raw housing data into insights</a:t>
            </a:r>
          </a:p>
          <a:p>
            <a:pPr lvl="1"/>
            <a:r>
              <a:t>• Helps investors and policymakers make informed decisions</a:t>
            </a:r>
          </a:p>
          <a:p>
            <a:pPr lvl="1"/>
            <a:r>
              <a:t>• Enables clear understanding of housing market dynamics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